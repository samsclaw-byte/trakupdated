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Accountability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Nutrition. Habits. Fitness. Together.</a:t>
            </a:r>
            <a:endParaRPr lang="en-US" sz="1800" dirty="0"/>
          </a:p>
        </p:txBody>
      </p:sp>
      <p:pic>
        <p:nvPicPr>
          <p:cNvPr id="5" name="Image 0" descr="C:\Users\samcu\.gemini\antigravity\brain\7a66735e-5170-4a58-8da8-b2f0c0523bc7\trak_hero_mockup_177286714756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4114800"/>
            <a:ext cx="7315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&amp; fitness industry has a retention problem, not a product problem.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0058400" cy="109728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48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92%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0" y="2148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fail their fitness resolutions within the year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10058400" cy="109728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520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80%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0" y="3520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health app users abandon within 6 weeks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4754880"/>
            <a:ext cx="10058400" cy="1097280"/>
          </a:xfrm>
          <a:prstGeom prst="roundRect">
            <a:avLst>
              <a:gd name="adj" fmla="val 12500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892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$33B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114800" y="48920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annually on unused gym memberships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enemy isn't lack of information. It's lack of accountability.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is a social sport.</a:t>
            </a:r>
            <a:endParaRPr lang="en-US" sz="3200" dirty="0"/>
          </a:p>
          <a:p>
            <a:pPr indent="0" marL="0">
              <a:buNone/>
            </a:pPr>
            <a:r>
              <a:rPr lang="en-US" sz="32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been playing it solo.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926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0" y="2926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because of group meetings, not pamphlets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CrossFit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because of the box community, not the WODs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0" y="4754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because of streaks and leaderboards, not lessons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$100B health app market treats wellness as a single-player game. TRAK changes that.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Accountability Flywheel</a:t>
            </a:r>
            <a:endParaRPr lang="en-US" sz="4200" dirty="0"/>
          </a:p>
        </p:txBody>
      </p:sp>
      <p:pic>
        <p:nvPicPr>
          <p:cNvPr id="3" name="Image 0" descr="C:\Users\samcu\.gemini\antigravity\brain\7a66735e-5170-4a58-8da8-b2f0c0523bc7\trak_flywheel_17728671878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029200" cy="502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0" y="137160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6217920" y="1417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🥗 TRACK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0" y="1828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meals, hit calorie target  →  Goal Gradient Effect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260604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0" y="26517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217920" y="30632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off habits, build streaks  →  Loss Aversion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384048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38862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MOVE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217920" y="4297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workouts, burn calories  →  Endowed Progress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0" y="5074920"/>
            <a:ext cx="5486400" cy="1051560"/>
          </a:xfrm>
          <a:prstGeom prst="roundRect">
            <a:avLst>
              <a:gd name="adj" fmla="val 8696"/>
            </a:avLst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5120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COMPETE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217920" y="55321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feed, reactions, leaderboard  →  Social Proof + Variable Reward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unified modules across 3 health pillars + social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🥗 Nutrition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meal scan + calorie/macro dashboard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Habits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tracker with streaks + perfect days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069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Fitness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MET-based workout logging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21208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5257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Squads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5669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feed, reactions, leaderboard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64592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691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Trends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7/28-day analytics across all pillars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283464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Profile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7-tier badge card (🌱 → 👑)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4023360"/>
            <a:ext cx="5303520" cy="1005840"/>
          </a:xfrm>
          <a:prstGeom prst="roundRect">
            <a:avLst>
              <a:gd name="adj" fmla="val 9091"/>
            </a:avLst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069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🌅 Morning Debrief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daily recap at first open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— The Multiplayer Layer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TRAK's competitive moat. It transforms solo tracking into a team sport.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Create or Join a private squad (6-char invite code)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24688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Every action posts to the squad feed in real-time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1089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Squad members react with emojis → confetti → dopamine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3749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Weekly leaderboard resets every Monday → fresh competition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389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Milestone celebrations (10-day streak → golden banner)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5029200"/>
            <a:ext cx="10515600" cy="1097280"/>
          </a:xfrm>
          <a:prstGeom prst="roundRect">
            <a:avLst>
              <a:gd name="adj" fmla="val 12500"/>
            </a:avLst>
          </a:prstGeom>
          <a:solidFill>
            <a:srgbClr val="1A2E1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1206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who joins a squad invites 2.4 more users on average.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Squads with 4+ members have 3.2x higher 30-day retention than solo users.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Psychology Engine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mechanisms embedded into every interaction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Loss Aversion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600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badges — fear of losing &gt; desire to start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0" y="1600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Kahneman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212848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585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Endowed Progress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2585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debrief shows current/best gap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418320" y="22585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Nunes &amp; Drèze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71216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169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🎰 Variable Reward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97680" y="29169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Confetti + emoji reactions are unpredictable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0" y="291693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Skinner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29584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57530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Social Proof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35753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feed shows what peers are doing NOW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18320" y="35753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Cialdini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187952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3367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Completion Bonus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423367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Trifecta (+10 pts for all 3 pillars)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418320" y="42336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Zeigarnik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846320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4892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 Gradient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29768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 ring approaching 100% speeds logging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418320" y="4892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5504688"/>
            <a:ext cx="1051560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555040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Identity Investment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297680" y="55504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card evolves visually with streaks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418320" y="55504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4200" dirty="0"/>
          </a:p>
        </p:txBody>
      </p:sp>
      <p:pic>
        <p:nvPicPr>
          <p:cNvPr id="3" name="Image 0" descr="C:\Users\samcu\.gemini\antigravity\brain\7a66735e-5170-4a58-8da8-b2f0c0523bc7\trak_monetization_177286720395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4008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132320" y="1371600"/>
            <a:ext cx="4572000" cy="3657600"/>
          </a:xfrm>
          <a:prstGeom prst="roundRect">
            <a:avLst>
              <a:gd name="adj" fmla="val 3750"/>
            </a:avLst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740664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406640" y="2103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Free tier is genuinely useful → drives adoption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406640" y="28803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Squad limit (2→5) gates the social feature → highest-converting paywall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06640" y="3657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Meal Scan is the wow factor → justifies the price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06640" y="44348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Target: 8-12% free→paid (vs 4-6% industry avg)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9144000" cy="1188720"/>
          </a:xfrm>
          <a:prstGeom prst="roundRect">
            <a:avLst>
              <a:gd name="adj" fmla="val 11538"/>
            </a:avLst>
          </a:prstGeom>
          <a:solidFill>
            <a:srgbClr val="0D3B25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0" y="1828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Digital Health (2026)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6400800" cy="1188720"/>
          </a:xfrm>
          <a:prstGeom prst="roundRect">
            <a:avLst>
              <a:gd name="adj" fmla="val 11538"/>
            </a:avLst>
          </a:prstGeom>
          <a:solidFill>
            <a:srgbClr val="0F483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291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0" y="32918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Fitness Apps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297680"/>
            <a:ext cx="4114800" cy="1188720"/>
          </a:xfrm>
          <a:prstGeom prst="roundRect">
            <a:avLst>
              <a:gd name="adj" fmla="val 11538"/>
            </a:avLst>
          </a:prstGeom>
          <a:solidFill>
            <a:srgbClr val="115E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3891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754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$2.5B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114800" y="47548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Accountability Health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0" y="1371600"/>
            <a:ext cx="4572000" cy="4389120"/>
          </a:xfrm>
          <a:prstGeom prst="roundRect">
            <a:avLst>
              <a:gd name="adj" fmla="val 3125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15544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1% SOM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20" y="21945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~500K paying users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~$30M ARR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4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MyFitnessPal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Health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 is the only app that unifies all 3 health pillars with social + gamification.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17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Viral Squad Growth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0" y="1417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Squad invite mechanics → WhatsApp/native share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Target: CrossFit, running clubs, gym communities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514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CAC Target: &lt;$2 via organic squad invites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10896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154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Creator Partnerships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611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Influencers create branded squads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3931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Revenue share on Trak+ referrals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4251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 creators × 1K followers = 50K users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84632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92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Enterprise Wellness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0" y="4892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53492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Corporate wellness programs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5669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B2B pricing: $8/seat/month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5989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 companies × 200 employees = 20K seats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Roadmap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(March 2026)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MVP live on Vercel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 feature modules functional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Squads V2 multiplayer 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AI meal scanning (GPT-4o Vision)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7-tier gamification system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1783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launch, 500 users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51460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5603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2560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native + push notifications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29184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3337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33375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marketplace + affiliates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406908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A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0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wellness API + B2B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4846320"/>
            <a:ext cx="5029200" cy="640080"/>
          </a:xfrm>
          <a:prstGeom prst="roundRect">
            <a:avLst>
              <a:gd name="adj" fmla="val 11429"/>
            </a:avLst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892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0" y="48920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 (Watch, Whoop)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Pre-Seed: $500K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420624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(iOS, push, wearables)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2560320"/>
            <a:ext cx="315468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6060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32004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(Creators, paid acq.)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2560320"/>
            <a:ext cx="1581912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60604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75320" y="3200400"/>
            <a:ext cx="1581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(Infra, compliance)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948672" y="2560320"/>
            <a:ext cx="1581912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948672" y="260604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948672" y="3200400"/>
            <a:ext cx="1581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(2 hires)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4663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10,000 MAU within 6 months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51206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8% free → paid conversion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5577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60-day retention above 40%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97280" y="60350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Series A readiness at 50K MAU + $200K ARR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4475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makes nutrition effortless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874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Vision eliminates the #1 friction: manual food logging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7919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Gen Z expects social-first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310896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apps feel archaic to the digital-native generation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91363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Health consciousness is permanent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434340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wellness spending at an all-time high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507492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514807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No one has unified the stack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5577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fragmented across 5+ single-purpose apps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 isn't another health app.</a:t>
            </a:r>
            <a:endParaRPr lang="en-US" sz="1800" dirty="0"/>
          </a:p>
          <a:p>
            <a:pPr indent="0" marL="0">
              <a:buNone/>
            </a:pPr>
            <a:r>
              <a:rPr lang="en-US" sz="1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accountability operating system for your health.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2026-03-07T07:46:36Z</dcterms:created>
  <dcterms:modified xsi:type="dcterms:W3CDTF">2026-03-07T07:46:36Z</dcterms:modified>
</cp:coreProperties>
</file>